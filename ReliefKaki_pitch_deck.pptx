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D7FF"/>
                </a:solidFill>
                <a:latin typeface="Aptos"/>
              </a:defRPr>
            </a:pPr>
            <a:r>
              <a:t>SPARKX⁺CHANGE · ALEXANDRA HOSPITAL CAREGIVER RESPITE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Aptos Display"/>
              </a:defRPr>
            </a:pPr>
            <a:r>
              <a:t>ReliefKaki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D7ECFF"/>
                </a:solidFill>
                <a:latin typeface="Aptos"/>
              </a:defRPr>
            </a:pPr>
            <a:r>
              <a:t>Silent-help task marketplace for male caregivers and trained student volunteers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48463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Post one task · claim one task · generate one AH-safe receipt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914400"/>
            <a:ext cx="42976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73152" cy="219456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33488" y="1078992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10-second demo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1517904"/>
            <a:ext cx="39776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Need help → post Silent Task → student claims → task completed → receipt + escalation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383280"/>
            <a:ext cx="4297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3383280"/>
            <a:ext cx="73152" cy="214884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3547872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Final team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3986784"/>
            <a:ext cx="3977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TaskRabbit-adjacent app, Silent Task option, different task categories, VIA/reward incentives, weighted points by difficulty.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Caregivers know help exists, but still do not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The gap is not only information. It is activation friction: shame, cost, effort, uncertainty, and lack of one clear next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73152" cy="182880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9631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Respite awareness ≠ respite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35224"/>
            <a:ext cx="3154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SMU ROSA: only 50.09% of caregivers knew of respite resources; 82.83% of those aware had never used respite.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331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331720"/>
            <a:ext cx="73152" cy="182880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9631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Care load is heavy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35224"/>
            <a:ext cx="3154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Duke-NUS CARE TraCE: primary caregivers averaged 33 care hours/week; about 26% had no family/MDW help; only 5% attended caregiver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73152" cy="182880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49631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Asking is emotionally expensive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35224"/>
            <a:ext cx="3154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CNA reported caregivers may hold back because of stigma, duty/filial piety, and not identifying themselves as caregivers.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Insight: make help feel like a concrete task, not a confession of burnout.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USER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Male caregivers need help that protects competence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Research suggests male caregivers engage better with practical, flexible, solution-oriented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73152" cy="20116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67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Practical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06624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A 2025 male caregiver scoping review recommends solution-oriented, practical language over emotion-first help-seeking frames.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103120"/>
            <a:ext cx="73152" cy="201168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267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Control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706624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Male carers may fear perceived failure or loss of control. ReliefKaki lets them choose task, silence level, timing, and helper.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10312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103120"/>
            <a:ext cx="73152" cy="201168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2677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Task-focused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706624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Male dementia caregiver research finds men often adopt a task-focused approach to gain control over caregiving.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Design principle: “I need one task done” is easier to say than “I need emotional support.”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ReliefKaki: Silent Task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Male caregivers post scoped, non-clinical tasks. Trained students claim them for VIA hours, points, and verified care-service receipts.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73152" cy="219456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2199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Caregiver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60904"/>
            <a:ext cx="315467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Post help requests, choose category, turn on Silent Task mode, set no-call/no-chat preferences, track completion.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574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057400"/>
            <a:ext cx="73152" cy="219456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2199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Volunteer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60904"/>
            <a:ext cx="315467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Students pick OTOT tasks by category, difficulty, location, time, and points/VIA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057400"/>
            <a:ext cx="73152" cy="219456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2199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AH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60904"/>
            <a:ext cx="3154679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Staff see task receipts, accepted/declined support, clinical escalations, and follow-up owners.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19472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81829"/>
                </a:solidFill>
                <a:latin typeface="Aptos"/>
              </a:defRPr>
            </a:pPr>
            <a:r>
              <a:t>Positioning: practical respite between “formal services exist” and “I need help tonight.”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CORE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One silent request becomes measurable relief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This is the live demo path judges can understand in 10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73152" cy="141732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Caregiver posts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e.g. “pick up discharge supplies”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2697480"/>
            <a:ext cx="73152" cy="141732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Silent mode lowers paisehness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no phone call, minimal explanation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2697480"/>
            <a:ext cx="73152" cy="141732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7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Volunteer claims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matched by skill/category/time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2697480"/>
            <a:ext cx="73152" cy="141732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Safety gate checks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clinical issues escalated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148840"/>
            <a:ext cx="502920" cy="384048"/>
          </a:xfrm>
          <a:prstGeom prst="round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829"/>
                </a:solidFill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6974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2697480"/>
            <a:ext cx="73152" cy="141732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8" y="286207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Receipt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330098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points, VIA, AH follow-up 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81829"/>
                </a:solidFill>
                <a:latin typeface="Aptos"/>
              </a:defRPr>
            </a:pPr>
            <a:r>
              <a:t>Metric story: silent tasks accepted · micro-respite hours delivered · clinical advice violations =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PRODUCT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Different tasks for different student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The app is not “volunteers do everything”. It is a scoped matching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73152" cy="114300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Errands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15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pharmacy queue, supplies, meals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73152" cy="114300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17627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Transport / escort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15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wayfinding, AIC Link, clinic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116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2011680"/>
            <a:ext cx="73152" cy="114300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17627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Tech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15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calendar, WhatsApp, teleconsult setup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73152" cy="114300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8503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2394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forms, notes, questions for nurse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20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520440"/>
            <a:ext cx="73152" cy="114300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68503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Companionship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12394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walk, coffee, no-pressure check-in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520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520440"/>
            <a:ext cx="73152" cy="114300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685032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Home setup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12394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non-clinical organisation after discharge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81829"/>
                </a:solidFill>
                <a:latin typeface="Aptos"/>
              </a:defRPr>
            </a:pPr>
            <a:r>
              <a:t>Bigger / less convenient tasks earn more points and VIA hours; unsafe tasks are blocked or escalated.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SAFETY AND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Volunteers help with tasks, not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The clinical boundary is a product feature, not a disclaimer.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73152" cy="201168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1343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Allowed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52344"/>
            <a:ext cx="31546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Errands, reminders, meal pickup, wayfinding, form help, companionship, non-clinical tech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148840"/>
            <a:ext cx="73152" cy="201168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1343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52344"/>
            <a:ext cx="31546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Medication timing, wound care, symptoms, insulin, falls, mental health crisis, diagnosis, clinical interpretation.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488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148840"/>
            <a:ext cx="73152" cy="201168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31343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Receipt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52344"/>
            <a:ext cx="31546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Every task logs owner, action, status, volunteer, points, escalation, follow-up staff/team.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Trust promise: 0 clinical advice by students, 100% task-level accountability.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PILOT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Start narrow, prove uptake, then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Six-month AH pilot designed for feasibility and judge credibility.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73152" cy="192024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Pilot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6090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One ward/discharge route first, e.g. Geriatric Ward 2 or AH-selected caregiver-heavy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057400"/>
            <a:ext cx="73152" cy="192024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2219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66090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20–30 male/primary caregivers; trained student volunteers; AH nurse/MSW/C3U escalation owners.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05740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2057400"/>
            <a:ext cx="73152" cy="192024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22199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Success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66090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Task acceptance, silent-task rate, repeat requests, VIA hours, caregiver confidence, escalation safety, staff feasibility.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81829"/>
                </a:solidFill>
                <a:latin typeface="Aptos"/>
              </a:defRPr>
            </a:pPr>
            <a:r>
              <a:t>First proof target: 30 caregivers, 100 completed non-clinical tasks, 0 volunteer clinical-advice incidents.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D7FF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Working web app is already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6583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D7ECFF"/>
                </a:solidFill>
                <a:latin typeface="Aptos"/>
              </a:defRPr>
            </a:pPr>
            <a:r>
              <a:t>GitHub repo: github.com/abelcjh/reliefkaki</a:t>
            </a:r>
            <a:br/>
            <a:r>
              <a:t>Live demo: abelcjh.github.io/reliefkaki/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80360"/>
            <a:ext cx="4754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880360"/>
            <a:ext cx="73152" cy="182880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044952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Demo actions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83864"/>
            <a:ext cx="4434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Create Silent Task · claim task · mark done · points/VIA hours · AH-safe clinical flag · volunteer board · pilot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803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880360"/>
            <a:ext cx="73152" cy="1828800"/>
          </a:xfrm>
          <a:prstGeom prst="rect">
            <a:avLst/>
          </a:prstGeom>
          <a:solidFill>
            <a:srgbClr val="71D7FF"/>
          </a:solidFill>
          <a:ln>
            <a:solidFill>
              <a:srgbClr val="71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304495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Next build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3483864"/>
            <a:ext cx="4983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Auth roles, receipt export, volunteer leaderboard, caregiver SMS/WhatsApp link, admin dashboard, Supabase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5DA0"/>
                </a:solidFill>
                <a:latin typeface="Aptos"/>
              </a:defRPr>
            </a:pPr>
            <a:r>
              <a:t>ASK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81829"/>
                </a:solidFill>
                <a:latin typeface="Aptos Display"/>
              </a:defRPr>
            </a:pPr>
            <a:r>
              <a:t>Make respite as easy as posting one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64208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576F86"/>
                </a:solidFill>
                <a:latin typeface="Aptos"/>
              </a:defRPr>
            </a:pPr>
            <a:r>
              <a:t>ReliefKaki gives AH a practical, measurable, youth-powered way to help male caregivers accept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3152" cy="1920240"/>
          </a:xfrm>
          <a:prstGeom prst="rect">
            <a:avLst/>
          </a:prstGeom>
          <a:solidFill>
            <a:srgbClr val="145DA0"/>
          </a:solidFill>
          <a:ln>
            <a:solidFill>
              <a:srgbClr val="14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591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98064"/>
            <a:ext cx="31546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Singapore caregiver burden is rising, respite uptake is low, and AH already has caregiver/community coordination surfaces.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945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194560"/>
            <a:ext cx="73152" cy="1920240"/>
          </a:xfrm>
          <a:prstGeom prst="rect">
            <a:avLst/>
          </a:prstGeom>
          <a:solidFill>
            <a:srgbClr val="218047"/>
          </a:solidFill>
          <a:ln>
            <a:solidFill>
              <a:srgbClr val="21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591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98064"/>
            <a:ext cx="31546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Youth volunteer supply + AI/full-stack build speed + lived Southeast Asia community execution through Abel/Nyala Labs.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945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B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194560"/>
            <a:ext cx="73152" cy="1920240"/>
          </a:xfrm>
          <a:prstGeom prst="rect">
            <a:avLst/>
          </a:prstGeom>
          <a:solidFill>
            <a:srgbClr val="B45B19"/>
          </a:solidFill>
          <a:ln>
            <a:solidFill>
              <a:srgbClr val="B45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359152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1829"/>
                </a:solidFill>
                <a:latin typeface="Aptos"/>
              </a:defRPr>
            </a:pPr>
            <a:r>
              <a:t>What we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98064"/>
            <a:ext cx="31546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80" b="0">
                <a:solidFill>
                  <a:srgbClr val="576F86"/>
                </a:solidFill>
                <a:latin typeface="Aptos"/>
              </a:defRPr>
            </a:pPr>
            <a:r>
              <a:t>AH pilot owner, volunteer onboarding path, safe task list, escalation SOP, and first caregiver feedback cycle.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749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1829"/>
                </a:solidFill>
                <a:latin typeface="Aptos Display"/>
              </a:defRPr>
            </a:pPr>
            <a:r>
              <a:t>ReliefKaki: silent help, visible relief.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